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  <p:sldId id="257" r:id="rId2"/>
    <p:sldId id="258" r:id="rId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70000" y="2032000"/>
            <a:ext cx="9652000" cy="1143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800" b="0" i="0" u="none">
                <a:solidFill>
                  <a:srgbClr val="B45309"/>
                </a:solidFill>
              </a:rPr>
              <a:t>Kế Hoạch Phát Triển Sản Phẩm Quý 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05000" y="3429000"/>
            <a:ext cx="8382000" cy="63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800" b="0" i="0" u="none">
                <a:solidFill>
                  <a:srgbClr val="475569"/>
                </a:solidFill>
              </a:rPr>
              <a:t>Đơn vị: Khối Công Nghệ Thông Tin - iNET Office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800" b="0" i="0" u="none">
                <a:solidFill>
                  <a:srgbClr val="0F172A"/>
                </a:solidFill>
              </a:rPr>
              <a:t>Mục Tiêu Trọng Tâm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651000"/>
            <a:ext cx="10668000" cy="317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1. Hoàn thiện bộ ba ứng dụng Docs, Sheets và Slides trên nền Web thuần.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2. Tối ưu trải nghiệm soạn thảo ngoại tuyến (Offline-first) với IndexedDB.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3. Đảm bảo khả năng tương thích 100% định dạng file Microsoft Office (.pptx, .xlsx, .docx).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4. Bảo mật dữ liệu người dùng và tích hợp đăng nhập tập trung OneMail 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800" b="0" i="0" u="none">
                <a:solidFill>
                  <a:srgbClr val="0F172A"/>
                </a:solidFill>
              </a:rPr>
              <a:t>Lộ Trình Triển Khai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651000"/>
            <a:ext cx="10668000" cy="254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• Tháng 8: Hoàn thành khảo sát kỹ thuật và xây dựng prototype Slides.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Tháng 9: Tích hợp xuất nhập PPTX đầy đủ và hoàn thiện giao diện thanh công cụ iNET.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Tháng 10: Thử nghiệm diện rộng nội bộ và nâng cấp độ chính xác hiển thị.</a:t>
            </a:r>
          </a:p>
        </p:txBody>
      </p:sp>
    </p:spTree>
  </p:cSld>
  <p:clrMapOvr>
    <a:masterClrMapping/>
  </p:clrMapOvr>
</p:sld>
</file>